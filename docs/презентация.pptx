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Графовая СУБД: учебный проект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Хранение и редактирование графов (Neo4j + клиент wxPython)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Задача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Предметные данные часто — сеть связей, а не одна таблица</a:t>
            </a:r>
          </a:p>
          <a:p>
            <a:pPr>
              <a:defRPr sz="2000"/>
            </a:pPr>
            <a:r>
              <a:t>Нужен инструмент: хранить граф и выполнять базовые операции</a:t>
            </a:r>
          </a:p>
          <a:p>
            <a:pPr>
              <a:defRPr sz="2000"/>
            </a:pPr>
            <a:r>
              <a:t>Показать связь с теорией графов на понятном примере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Граф G = (V, 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V — вершины (объекты): метки и свойства</a:t>
            </a:r>
          </a:p>
          <a:p>
            <a:pPr>
              <a:defRPr sz="2000"/>
            </a:pPr>
            <a:r>
              <a:t>E — связи (дуги): тип, направление, свойства</a:t>
            </a:r>
          </a:p>
          <a:p>
            <a:pPr>
              <a:defRPr sz="2000"/>
            </a:pPr>
            <a:r>
              <a:t>Пример: deg⁻(v) — сколько дуг входит в v (востребованность)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Операции CRUD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Create — новая вершина или связь</a:t>
            </a:r>
          </a:p>
          <a:p>
            <a:pPr>
              <a:defRPr sz="2000"/>
            </a:pPr>
            <a:r>
              <a:t>Read — списки и просмотр свойств</a:t>
            </a:r>
          </a:p>
          <a:p>
            <a:pPr>
              <a:defRPr sz="2000"/>
            </a:pPr>
            <a:r>
              <a:t>Update — изменение свойств</a:t>
            </a:r>
          </a:p>
          <a:p>
            <a:pPr>
              <a:defRPr sz="2000"/>
            </a:pPr>
            <a:r>
              <a:t>Delete — удаление связи или вершины (с опцией detach)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Neo4j — хранение графа</a:t>
            </a:r>
          </a:p>
          <a:p>
            <a:pPr>
              <a:defRPr sz="2000"/>
            </a:pPr>
            <a:r>
              <a:t>REST API (FastAPI) — единая точка доступа</a:t>
            </a:r>
          </a:p>
          <a:p>
            <a:pPr>
              <a:defRPr sz="2000"/>
            </a:pPr>
            <a:r>
              <a:t>Клиент wxPython — таблицы, диалоги, импорт/экспорт</a:t>
            </a:r>
          </a:p>
          <a:p>
            <a:pPr>
              <a:defRPr sz="2000"/>
            </a:pPr>
            <a:r>
              <a:t>Docker Compose — запуск сервера в учебной среде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Клиент: основные возможности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Вершины и связи в таблицах, CRUD-кнопки</a:t>
            </a:r>
          </a:p>
          <a:p>
            <a:pPr>
              <a:defRPr sz="2000"/>
            </a:pPr>
            <a:r>
              <a:t>Управление базами Neo4j на сервере</a:t>
            </a:r>
          </a:p>
          <a:p>
            <a:pPr>
              <a:defRPr sz="2000"/>
            </a:pPr>
            <a:r>
              <a:t>Импорт JSON / GraphML, экспорт JSON / GraphML / GEXF</a:t>
            </a:r>
          </a:p>
          <a:p>
            <a:pPr>
              <a:defRPr sz="2000"/>
            </a:pPr>
            <a:r>
              <a:t>Окно визуализации (обычное или на весь экран)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Пример: зависимости pip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Файл pip_dependency_graph.json</a:t>
            </a:r>
          </a:p>
          <a:p>
            <a:pPr>
              <a:defRPr sz="2000"/>
            </a:pPr>
            <a:r>
              <a:t>Вершина = пакет, дуга REQUIRES = зависимость</a:t>
            </a:r>
          </a:p>
          <a:p>
            <a:pPr>
              <a:defRPr sz="2000"/>
            </a:pPr>
            <a:r>
              <a:t>Анализ: у кого больше всего входящих связей</a:t>
            </a:r>
          </a:p>
          <a:p>
            <a:pPr>
              <a:defRPr sz="2000"/>
            </a:pPr>
            <a:r>
              <a:t>Импорт одной командой или через меню клиента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Обмен данными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JSON — основной формат проекта</a:t>
            </a:r>
          </a:p>
          <a:p>
            <a:pPr>
              <a:defRPr sz="2000"/>
            </a:pPr>
            <a:r>
              <a:t>GraphML, GEXF — для Gephi и др.</a:t>
            </a:r>
          </a:p>
          <a:p>
            <a:pPr>
              <a:defRPr sz="2000"/>
            </a:pPr>
            <a:r>
              <a:t>Диалог после импорта: число вершин и рёбер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Дальнейшее развитие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Поиск по графу (соседи, пути) — следующий этап</a:t>
            </a:r>
          </a:p>
          <a:p>
            <a:pPr>
              <a:defRPr sz="2000"/>
            </a:pPr>
            <a:r>
              <a:t>Веб-интерфейс, роли пользователей</a:t>
            </a:r>
          </a:p>
          <a:p>
            <a:pPr>
              <a:defRPr sz="2000"/>
            </a:pPr>
            <a:r>
              <a:t>Сейчас: фундамент CRUD + наглядный пример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Итог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Реализован графовый backend и настольный клиент</a:t>
            </a:r>
          </a:p>
          <a:p>
            <a:pPr>
              <a:defRPr sz="2000"/>
            </a:pPr>
            <a:r>
              <a:t>CRUD и импорт/экспорт покрывают учебные сценарии</a:t>
            </a:r>
          </a:p>
          <a:p>
            <a:pPr>
              <a:defRPr sz="2000"/>
            </a:pPr>
            <a:r>
              <a:t>Пример pip показывает практический смысл степеней вершин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
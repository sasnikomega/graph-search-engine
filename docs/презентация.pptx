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6" r:id="rId1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/>
              <a:t>Графовая СУБД: курсовая работа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/>
              <a:t>Хранение и редактирование графов (Neo4j + клиент wxPython)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Постановка задачи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Пусть имеются некоторые предметные данные, представимые в виде графа.</a:t>
            </a:r>
            <a:r>
              <a:rPr/>
              <a:t>Задача: располагая всеми необходимыми данными для построения графа, обеспечить программную среду для реализации этой возможности, а также дополнительных возможностей (изменение, удаление, отображение).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Возможное решение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Программный комплекс, включающий: движок (Хранение графа) — здесь выбран Neo4j,</a:t>
            </a:r>
            <a:r>
              <a:rPr/>
              <a:t>логика работы с сервером и пользовательскими запросами (backend-часть) — REST API (FastAPI),</a:t>
            </a:r>
            <a:r>
              <a:rPr/>
              <a:t>клиент на wxPython с поддержкой доступности для программ экранного доступа.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Основные возможности программы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Базовые операции CRUD:</a:t>
            </a:r>
            <a:r>
              <a:rPr/>
              <a:t>Create (создание) — создание новой вершины или связи (ребра),</a:t>
            </a:r>
            <a:r>
              <a:rPr/>
              <a:t>Read (чтение) — списки и просмотр свойств,</a:t>
            </a:r>
            <a:r>
              <a:rPr/>
              <a:t>Update (обновление) — изменение уже существующих свойств,</a:t>
            </a:r>
            <a:r>
              <a:rPr/>
              <a:t>Delete — удаление связи или вершины (с опцией удаления всех относящихся к ней связей).</a:t>
            </a:r>
            <a:r>
              <a:rPr/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Основные возможности</a:t>
            </a:r>
            <a:r>
              <a:rPr/>
              <a:t/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Приложение (клиент с графическим интерфейсом).</a:t>
            </a:r>
            <a:r>
              <a:rPr/>
              <a:t>Наглядное представление вершин и связей в таблицах;</a:t>
            </a:r>
            <a:r>
              <a:rPr/>
              <a:t>Выполнение CRUD-операций с помощью соответствующих им кнопок;</a:t>
            </a:r>
            <a:r>
              <a:rPr/>
              <a:t>Управление базами Neo4j на сервере;</a:t>
            </a:r>
            <a:r>
              <a:rPr/>
              <a:t>Импорт и экспорт существующих БД в нескольких стандартах;</a:t>
            </a:r>
            <a:r>
              <a:rPr/>
              <a:t>Визуализация графа (обычная или отдельное окно на весь экран);</a:t>
            </a:r>
            <a:r>
              <a:rPr/>
              <a:t>Доступность для скринридеров (кроме визуализации).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Поддерживаемые стандарты записи графов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В качестве основного формата проекта выбран JSON.</a:t>
            </a:r>
            <a:r>
              <a:rPr/>
              <a:t>Также, реализована поддержка GraphML и GEXF для совместимости с другими движками и универсальности.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Пример: граф зависимостей модулей и пакетов, установленных с использованием pip.</a:t>
            </a:r>
            <a:r>
              <a:rPr/>
              <a:t/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Файл pip_dependency_graph.json.</a:t>
            </a:r>
            <a:r>
              <a:rPr/>
              <a:t>Структура: вершина — пакет или модуль.</a:t>
            </a:r>
            <a:r>
              <a:rPr/>
              <a:t>Ребро (связь) — признак "requires" (требуется для установки).</a:t>
            </a:r>
            <a:r>
              <a:rPr/>
              <a:t>В данном случае наличие этой связи показывает, что модуль a необходим для установки модуля b.</a:t>
            </a:r>
            <a:r>
              <a:rPr/>
              <a:t>Анализ: самые необходимые модули (те, что чаще всего требуются для установки других), модули, зависящие от наибольшего количества других модулей и т.д.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Дальнейшее развитие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Реализация алгоритмов поиска (обход соседей, кратчайший путь и др.).</a:t>
            </a:r>
            <a:r>
              <a:rPr/>
              <a:t>Разработка веб-интерфейса как замена нынешнего клиента с целью увеличения количества поддерживаемых платформ.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Итоги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/>
              <a:t>Предложено решение задачи.</a:t>
            </a:r>
            <a:r>
              <a:rPr/>
              <a:t>Реализован программный комплекс (движок + приложение). Движок — хранение графов и обработка пользовательских запросов, приложение — более удобная работа с БД, демонстрация возможностей движка.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Спасибо за внимание!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Актуальность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/>
              <a:t>Часто данные из различных предметных областей можно представить в виде графа. В зависимости от структуры данных, граф может быть разных типов, но принцип один и тот же.</a:t>
            </a:r>
            <a:r>
              <a:rPr/>
              <a:t>Графовые базы данных, основой которых и является граф — удобное представление подобных данных в компьютере.</a:t>
            </a:r>
            <a:r>
              <a:rPr/>
              <a:t>Представленный программный комплекс позволит не только работать с уже существующими графовыми БД, но и создавать новые.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